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0E50-04F5-9DBC-56F0-1323DA12B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ED4F68-0F4C-E46E-7FFC-A0A393206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54DF7-30A8-7BA6-5025-ACE5C27B1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1683-2A58-4E21-A753-3072947951A9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2B290-E43D-AC96-EA60-DF251FFF2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8463F-4B5F-744C-EB22-65967608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678F-FAF0-498C-9059-D18F7151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95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87FCC-A12E-3705-A330-1194B8766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B4CF8-7708-088C-45EB-3E48B3A8E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B67A3-48D2-E91B-4054-5D4A4424F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1683-2A58-4E21-A753-3072947951A9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35D29-1F48-6987-ED6E-03C48541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40DB5-A8C0-8C61-C86E-4AC15A9B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678F-FAF0-498C-9059-D18F7151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86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B95E9-1244-DF93-0BD4-B667078FB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FFC92-700B-04D0-500B-7F0C770B7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F6A70-64A9-77EE-45CB-38186084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1683-2A58-4E21-A753-3072947951A9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60734-B521-B352-3A8A-F877705C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179FC-508C-C8AF-280C-BA9DA7086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678F-FAF0-498C-9059-D18F7151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5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159FA-86DD-C7A6-8B7A-7A787E86C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655EC-AD10-4F54-B5B6-91FA822E8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4E539-2C31-53E7-B5E3-AC5CFC59D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1EAAC-7696-2051-42FE-D3600091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1683-2A58-4E21-A753-3072947951A9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8E034-45D4-6038-3706-52074FE5A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B17CD-F472-024F-F682-E6C6D656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678F-FAF0-498C-9059-D18F7151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198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428F1-CBD0-17DE-086D-805793100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749F9-8772-4A42-73E4-5A7EE9B34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27527-664D-8665-61B1-24581A40B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A62EEC-C419-4CEF-1FA3-25224F53A3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AEEF0-3CE4-3015-EFA8-E57BD8C3F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B4A4FA-3045-18CE-72A8-8F6F9FFBC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1683-2A58-4E21-A753-3072947951A9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B88DB4-3FF8-08E5-EC3A-48FE328D8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3D8BE-2C0E-A39A-837C-569E6A0C8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678F-FAF0-498C-9059-D18F7151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38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C250-A9C4-2A29-4CA8-AAB367AD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286267-391A-C58D-53FB-A7979BDC4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1683-2A58-4E21-A753-3072947951A9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2D1F84-3111-623B-F218-F1466724C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7CB84-3A0A-8EFF-E893-1786FF06F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678F-FAF0-498C-9059-D18F7151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4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3A7AF-E645-7F4F-A9D5-0FFC7C0CA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1683-2A58-4E21-A753-3072947951A9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0C0591-9B99-623B-EF8F-A65F5B29A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C12D0-F160-5376-1AB5-ED6DC272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678F-FAF0-498C-9059-D18F7151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874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3BF5-1EC5-9B78-504F-279952543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BA2AF-B84E-F718-15A5-D7413A65E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6DB9D-E9F7-F104-CB56-2B2455ED3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68628-A971-1E90-4CD0-F80FF0FDD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1683-2A58-4E21-A753-3072947951A9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DC922-6ADB-AD6D-0137-F5B2AC145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2343F-4F46-F564-490F-07043C12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678F-FAF0-498C-9059-D18F7151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174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052E1-E6E8-964B-70A8-E6C7C94AF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255A93-0B69-1FAB-63D6-91E466C93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6246F-5D5A-175A-357F-9017A693E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30B68-83E4-BE90-BF55-28A4E269E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1683-2A58-4E21-A753-3072947951A9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33897-4169-7804-4369-8F936CBFA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A0D12-3AA9-0952-675A-7D6AA455C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678F-FAF0-498C-9059-D18F7151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7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06E7-02F2-35B7-A696-6635E5C33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FCC65-ED26-C4FA-7774-170BAA489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BA124-9A67-30F8-653B-57C5D6EB9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1683-2A58-4E21-A753-3072947951A9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4499F-9538-4D13-92C4-454408AA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F51E2-643F-9E93-0AE2-FFA22971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678F-FAF0-498C-9059-D18F7151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505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1B069E-1D74-EFED-730B-B55F0D89C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B07A6-6C02-2866-5D01-79C49C05C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CBDF5-D999-5DC6-F355-B0F7C5952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F1683-2A58-4E21-A753-3072947951A9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C1066-DFE5-917A-4DA9-B76E998F8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FFBE0-3A36-9E34-E5D7-2019FC2B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4678F-FAF0-498C-9059-D18F7151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44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400C04-AD96-B55F-C0D8-9D8CFE3D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C635C-D5A6-2248-41A9-E19F952D9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906C6-E1BA-7C29-9EEB-A5D7F7570B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F1683-2A58-4E21-A753-3072947951A9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20EF6-1F5C-49C0-7204-8E1549AF4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62BB9-1FD7-6226-A594-3FCB1EFC6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4678F-FAF0-498C-9059-D18F7151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12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ypes of Addiction &amp; How to Treat Them | The Blackberry Center">
            <a:extLst>
              <a:ext uri="{FF2B5EF4-FFF2-40B4-BE49-F238E27FC236}">
                <a16:creationId xmlns:a16="http://schemas.microsoft.com/office/drawing/2014/main" id="{4DAAD6A0-5F9B-6495-B4B0-39D63750D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725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8C9192-BD91-F716-FDAB-F8562CCA5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71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603B74-70FB-3D02-B17A-152871796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3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F83B57-30D8-7042-522C-4BE7317BD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86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D6BC6C-A0A0-8588-1B13-2289AB1C6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00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2949AA-C470-BB27-891D-0D3048EB9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48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5C227C-B248-5E3B-74A0-64C77BEFB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7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E72D8D-10C6-445B-9838-771FD5A32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14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507E6D-0F59-E39D-A689-C56C992CE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58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1DCA23-E45E-DEE4-9AAC-9449CD505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830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Ankita Kalra</dc:creator>
  <cp:lastModifiedBy>VISHESH JUYAL</cp:lastModifiedBy>
  <cp:revision>2</cp:revision>
  <dcterms:created xsi:type="dcterms:W3CDTF">2024-12-03T07:00:29Z</dcterms:created>
  <dcterms:modified xsi:type="dcterms:W3CDTF">2025-12-18T06:12:39Z</dcterms:modified>
</cp:coreProperties>
</file>